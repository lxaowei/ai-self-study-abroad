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sldIdLst>
    <p:sldId id="258" r:id="rId3"/>
    <p:sldId id="259" r:id="rId4"/>
  </p:sldIdLst>
  <p:sldSz cx="12192000" cy="6858000"/>
  <p:notesSz cx="6858000" cy="9144000"/>
  <p:custDataLst>
    <p:tags r:id="rId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41D27-4BE9-420C-878A-878FE80BF4E7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B1CC5-94E4-4695-A923-9B020B77C4F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41D27-4BE9-420C-878A-878FE80BF4E7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B1CC5-94E4-4695-A923-9B020B77C4F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6D41D27-4BE9-420C-878A-878FE80BF4E7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99B1CC5-94E4-4695-A923-9B020B77C4F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41D27-4BE9-420C-878A-878FE80BF4E7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B1CC5-94E4-4695-A923-9B020B77C4F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41D27-4BE9-420C-878A-878FE80BF4E7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B1CC5-94E4-4695-A923-9B020B77C4F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41D27-4BE9-420C-878A-878FE80BF4E7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B1CC5-94E4-4695-A923-9B020B77C4F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41D27-4BE9-420C-878A-878FE80BF4E7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B1CC5-94E4-4695-A923-9B020B77C4F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41D27-4BE9-420C-878A-878FE80BF4E7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B1CC5-94E4-4695-A923-9B020B77C4F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41D27-4BE9-420C-878A-878FE80BF4E7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B1CC5-94E4-4695-A923-9B020B77C4F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41D27-4BE9-420C-878A-878FE80BF4E7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B1CC5-94E4-4695-A923-9B020B77C4F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D6D41D27-4BE9-420C-878A-878FE80BF4E7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499B1CC5-94E4-4695-A923-9B020B77C4F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41D27-4BE9-420C-878A-878FE80BF4E7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B1CC5-94E4-4695-A923-9B020B77C4F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41D27-4BE9-420C-878A-878FE80BF4E7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B1CC5-94E4-4695-A923-9B020B77C4F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6D41D27-4BE9-420C-878A-878FE80BF4E7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99B1CC5-94E4-4695-A923-9B020B77C4F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41D27-4BE9-420C-878A-878FE80BF4E7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B1CC5-94E4-4695-A923-9B020B77C4F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41D27-4BE9-420C-878A-878FE80BF4E7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B1CC5-94E4-4695-A923-9B020B77C4F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41D27-4BE9-420C-878A-878FE80BF4E7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B1CC5-94E4-4695-A923-9B020B77C4F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41D27-4BE9-420C-878A-878FE80BF4E7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B1CC5-94E4-4695-A923-9B020B77C4F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41D27-4BE9-420C-878A-878FE80BF4E7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B1CC5-94E4-4695-A923-9B020B77C4F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41D27-4BE9-420C-878A-878FE80BF4E7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B1CC5-94E4-4695-A923-9B020B77C4F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41D27-4BE9-420C-878A-878FE80BF4E7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B1CC5-94E4-4695-A923-9B020B77C4F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D6D41D27-4BE9-420C-878A-878FE80BF4E7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499B1CC5-94E4-4695-A923-9B020B77C4F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D6D41D27-4BE9-420C-878A-878FE80BF4E7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499B1CC5-94E4-4695-A923-9B020B77C4F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anose="05000000000000000000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anose="05000000000000000000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anose="05000000000000000000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anose="05000000000000000000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anose="05000000000000000000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anose="05000000000000000000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93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anose="05000000000000000000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877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anose="05000000000000000000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594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anose="05000000000000000000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D6D41D27-4BE9-420C-878A-878FE80BF4E7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499B1CC5-94E4-4695-A923-9B020B77C4F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anose="05000000000000000000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anose="05000000000000000000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anose="05000000000000000000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anose="05000000000000000000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anose="05000000000000000000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anose="05000000000000000000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93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anose="05000000000000000000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877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anose="05000000000000000000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594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anose="05000000000000000000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675613"/>
            <a:ext cx="9144000" cy="2695493"/>
          </a:xfrm>
          <a:solidFill>
            <a:srgbClr val="FF0000"/>
          </a:solidFill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dirty="0"/>
              <a:t>《</a:t>
            </a:r>
            <a:r>
              <a:rPr lang="zh-CN" altLang="en-US" dirty="0"/>
              <a:t>数字人实训基地的成果分享会</a:t>
            </a:r>
            <a:r>
              <a:rPr lang="en-US" altLang="zh-CN" dirty="0"/>
              <a:t>》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034673"/>
            <a:ext cx="9144000" cy="1534212"/>
          </a:xfrm>
        </p:spPr>
        <p:txBody>
          <a:bodyPr/>
          <a:lstStyle/>
          <a:p>
            <a:pPr algn="r"/>
            <a:r>
              <a:rPr lang="en-US" altLang="zh-CN" dirty="0">
                <a:latin typeface="+mn-ea"/>
              </a:rPr>
              <a:t>2025.12.6</a:t>
            </a:r>
            <a:endParaRPr lang="zh-CN" altLang="en-US" dirty="0"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9567E8-B734-9EFC-549A-C89EC4809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A59B7E-4DDA-D8BF-05D1-5AB8B63B8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4DA6DC2-96A4-9F99-13E7-6B80D2D69AF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45436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1&quot;:[76235680091]}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带状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带状">
      <a:maj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带状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带状">
  <a:themeElements>
    <a:clrScheme name="">
      <a:dk1>
        <a:srgbClr val="000000"/>
      </a:dk1>
      <a:lt1>
        <a:srgbClr val="FFFFFF"/>
      </a:lt1>
      <a:dk2>
        <a:srgbClr val="4D2900"/>
      </a:dk2>
      <a:lt2>
        <a:srgbClr val="FFF6EB"/>
      </a:lt2>
      <a:accent1>
        <a:srgbClr val="F58300"/>
      </a:accent1>
      <a:accent2>
        <a:srgbClr val="F59300"/>
      </a:accent2>
      <a:accent3>
        <a:srgbClr val="F5A300"/>
      </a:accent3>
      <a:accent4>
        <a:srgbClr val="F5B400"/>
      </a:accent4>
      <a:accent5>
        <a:srgbClr val="F5C400"/>
      </a:accent5>
      <a:accent6>
        <a:srgbClr val="F5D400"/>
      </a:accent6>
      <a:hlink>
        <a:srgbClr val="8F4C00"/>
      </a:hlink>
      <a:folHlink>
        <a:srgbClr val="64492B"/>
      </a:folHlink>
    </a:clrScheme>
    <a:fontScheme name="带状">
      <a:maj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带状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TM03090430[[fn=带状]]</Template>
  <TotalTime>406</TotalTime>
  <Words>3</Words>
  <Application>Microsoft Office PowerPoint</Application>
  <PresentationFormat>宽屏</PresentationFormat>
  <Paragraphs>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Corbel</vt:lpstr>
      <vt:lpstr>Wingdings</vt:lpstr>
      <vt:lpstr>带状</vt:lpstr>
      <vt:lpstr>1_带状</vt:lpstr>
      <vt:lpstr>《数字人实训基地的成果分享会》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晓薇 李</dc:creator>
  <cp:lastModifiedBy>晓薇 李</cp:lastModifiedBy>
  <cp:revision>4</cp:revision>
  <dcterms:created xsi:type="dcterms:W3CDTF">2025-12-06T00:47:00Z</dcterms:created>
  <dcterms:modified xsi:type="dcterms:W3CDTF">2025-12-06T10:42:11Z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1169D6D6405649C2840B924CE656EE5C_13</vt:lpwstr>
  </property>
  <property fmtid="{D5CDD505-2E9C-101B-9397-08002B2CF9AE}" pid="3" name="KSOProductBuildVer">
    <vt:lpwstr>2052-12.1.0.23542</vt:lpwstr>
  </property>
</Properties>
</file>